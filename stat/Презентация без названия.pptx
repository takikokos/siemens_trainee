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51b065e6f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51b065e6f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1b065e6f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1b065e6f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1b065e6f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1b065e6f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51b065e6fc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51b065e6fc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51b065e6f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51b065e6f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1b065e6f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1b065e6f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51b065e6fc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51b065e6fc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1b065e6fc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1b065e6fc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1b065e6fc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1b065e6f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takikokos/siemens_traine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Тестовое задание на вакансию “Data Analyst”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Абраш Михаил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требования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</a:pPr>
            <a:r>
              <a:rPr lang="ru">
                <a:solidFill>
                  <a:srgbClr val="434343"/>
                </a:solidFill>
              </a:rPr>
              <a:t>чтение аудиофайла или запись аудиопотока с микрофона </a:t>
            </a:r>
            <a:endParaRPr>
              <a:solidFill>
                <a:srgbClr val="434343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</a:pPr>
            <a:r>
              <a:rPr lang="ru">
                <a:solidFill>
                  <a:srgbClr val="434343"/>
                </a:solidFill>
              </a:rPr>
              <a:t>детекцию заданного аудио-шаблона (например хлопок)</a:t>
            </a:r>
            <a:endParaRPr>
              <a:solidFill>
                <a:srgbClr val="434343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Char char="●"/>
            </a:pPr>
            <a:r>
              <a:rPr lang="ru">
                <a:solidFill>
                  <a:srgbClr val="434343"/>
                </a:solidFill>
              </a:rPr>
              <a:t>вывод результатов, визуализация аудиопотока с обозначением обнаруженного интервала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 работы программы 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750" y="1853850"/>
            <a:ext cx="5862805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происходит?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solidFill>
                  <a:srgbClr val="434343"/>
                </a:solidFill>
              </a:rPr>
              <a:t>После записи с микрофона, и образец для поиска и шаблон сохраняются в файлы с расширением “.wav”.  Затем вместо шаблона создается и используется новый файл, в котором фрагмент уже обрезан а также убрана тишина в начале, в конце и общий шум. Далее оба аудиопотока преобразуются для ускорения и улучшения поиска. Все преобразования не меняют самого сигнала и его формы.  Для визуализации создается интерактивная веб-страничка  графика с дальнейшей возможностью сохранения его как изображения.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 алгоритмах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>
                <a:solidFill>
                  <a:srgbClr val="434343"/>
                </a:solidFill>
              </a:rPr>
              <a:t>Перед поиском производится прореживание и стандартизация,  также тесты показали, что поиск производится точнее и быстрее с использованием одноуровнего дискретного вейвлет-преобразования. Поиск осуществляется простым перебором, для оценки схожести образцов используются два метода: простое евклидово расстояние и расстояние найденное по оптимизированному(со сложностью О(N)) DTW-алгоритму (от англ. dynamic time warping). Несмотря на одинаковую сложность сравнения (вычисления расстояния) тесты показали что простое евклидово расстояние работает быстрее (0.02sec vs 20sec), возможно это связано с более медленной реализацией в используемой библиотеке. 50 измерений показали что точность DTW выше почти в два раза (40% vs 70%). Также на точность влияет длина шаблона поиска, например в некоторых случаях предпочтительнее не обрезать его.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Типичные формы аудиосигнала для хлопка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6249"/>
            <a:ext cx="4938726" cy="317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0625" y="834400"/>
            <a:ext cx="4633375" cy="297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Пример аудиофайла, на котором хорошо видно фрагмент с хлопком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188" y="194475"/>
            <a:ext cx="6327613" cy="406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Пример визуализации найденного фрагмента на аудио.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188" y="212125"/>
            <a:ext cx="6327613" cy="406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434343"/>
                </a:solidFill>
              </a:rPr>
              <a:t>Тот же пример, но без использования DTW а</a:t>
            </a:r>
            <a:r>
              <a:rPr lang="ru">
                <a:solidFill>
                  <a:srgbClr val="434343"/>
                </a:solidFill>
              </a:rPr>
              <a:t>лгоритма </a:t>
            </a:r>
            <a:endParaRPr>
              <a:solidFill>
                <a:srgbClr val="434343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9838" y="234500"/>
            <a:ext cx="6327613" cy="406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ru"/>
              <a:t>Более подробные результаты сравнения скорости и результатов работы алгоритмов, описание работы, построенные графики для файлов на которых проводилось тестирование и код программы можно найти на гитхабе </a:t>
            </a:r>
            <a:r>
              <a:rPr lang="ru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https://github.com/takikokos/siemens_trainee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